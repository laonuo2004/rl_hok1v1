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7" r:id="rId7"/>
    <p:sldId id="262" r:id="rId8"/>
    <p:sldId id="263" r:id="rId9"/>
    <p:sldId id="260" r:id="rId10"/>
    <p:sldId id="265" r:id="rId11"/>
    <p:sldId id="266" r:id="rId12"/>
    <p:sldId id="26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07A52-E3AB-1FFB-1AC3-809197597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7FBE4C-EE3B-0059-F0ED-37027325B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FF0A4A-B618-E10C-B743-682B14E05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59BE-A8F3-40DE-9693-7A430F47FAF1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956045-979B-AC85-50C6-319C10AE8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5A3D9D-7942-39F4-D1F1-D0174C340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12F9-B33F-4EA0-A98A-AB26648746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010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586ACC-DB5C-FB03-27EC-F2251B51E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916BF2-0842-20CF-4867-0A88C40AA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02CFE-D5D4-0D88-B78F-199DE6B9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59BE-A8F3-40DE-9693-7A430F47FAF1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35E066-CCBC-61BE-45AB-B722A622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78D186-5CDA-C944-3A9D-08ECEBDCB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12F9-B33F-4EA0-A98A-AB26648746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412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098085-35E6-114F-0B52-E782E1E77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9D3D5A-F8A6-B8E2-E6DD-E0B7526A0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69A8DD-1BA5-78FF-ABDE-2A3B78A3E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59BE-A8F3-40DE-9693-7A430F47FAF1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4EB687-AB39-7D24-25EF-C77472609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9BC3FD-624D-69C6-8F48-D553100A5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12F9-B33F-4EA0-A98A-AB26648746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155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C50AC7-678A-2BEB-716F-8CF167220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EFD553-12C0-3295-BCD3-1CD26F454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6DE1CD-8A47-C648-E609-F8B5C9340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BDAA58-F891-431E-ABCA-E15B7DB7E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59BE-A8F3-40DE-9693-7A430F47FAF1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5F5566-374F-9EA9-065A-5BF6D9B1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6F6E17-8495-2E08-8F7A-135BB97F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12F9-B33F-4EA0-A98A-AB26648746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4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BE728E-2841-5645-AB75-9A42FC9F9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1F6879-F97C-15CB-C711-1DB8E4D53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B21870-8449-B753-D826-BC6E5706D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48825D-3425-DD9A-5C71-411484155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A41E15-58B3-CC07-F060-8FA1124C7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F1922B-30DE-4830-DB65-083405DDB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59BE-A8F3-40DE-9693-7A430F47FAF1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0EB51F-A026-229B-4CF7-8F9266587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AAA0852-D0EC-8041-8A38-AC55FE19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12F9-B33F-4EA0-A98A-AB26648746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49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12783-752A-6DF3-4BA5-C7C525B37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16BCDC-302C-BAD5-6106-44CDA0443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59BE-A8F3-40DE-9693-7A430F47FAF1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C8ED5F-8175-4BDF-3324-C6286904E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876A70-37FA-4A3B-E0CB-D5ABDF1D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12F9-B33F-4EA0-A98A-AB26648746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989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3A95BE-CCE5-4103-A06D-2AA61224B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59BE-A8F3-40DE-9693-7A430F47FAF1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B8CB2BC-26E8-6E5F-CDB4-1087D85C2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86EA6C-27B2-934E-0867-D6730490C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12F9-B33F-4EA0-A98A-AB26648746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768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3C2EA3-2813-2F8C-56B5-F2212537E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63079D-2F35-68B2-A37E-88FABFFDA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345E3D-FA72-D0E9-09B9-446B368A3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583AF9-7C70-47B3-FF25-5A6B1B3F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59BE-A8F3-40DE-9693-7A430F47FAF1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1D8D2C-42BD-0C92-340A-FD2690293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06C71A-5BDC-CD78-96F8-E470DE72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12F9-B33F-4EA0-A98A-AB26648746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28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F9FCC-E4D8-1C52-6695-6CBFD20F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F15637A-EEC0-661D-E1BC-7C51A19AC5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0E90F7-F5AF-54B1-BDD1-51EAFD78D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D4315F-9C9E-643D-E2CA-3E5560C94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59BE-A8F3-40DE-9693-7A430F47FAF1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C496CF-B312-2B50-A11D-4C3F1CF1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D5C559-C29F-907F-178A-F2A7ABC8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12F9-B33F-4EA0-A98A-AB26648746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213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E249E-B406-3AF5-28AC-B1396DA7E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F1766D-B953-8E7A-9151-ED4BA8823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8B5559-784F-1430-B681-C27826DB4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59BE-A8F3-40DE-9693-7A430F47FAF1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7C5702-E808-1527-5541-945519D8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EC5DAA-7262-7B17-B707-2AEE0894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12F9-B33F-4EA0-A98A-AB26648746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706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07F598B-515C-7C7E-5BB6-F4EF35BA97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FA3F62-AA1D-5A85-D859-035FF3D14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BF40D6-5013-67B0-C493-189E527C5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59BE-A8F3-40DE-9693-7A430F47FAF1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8985BB-DEBE-982A-A079-098C77B0C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28A506-099B-1E4C-7E87-C0DECDFF4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12F9-B33F-4EA0-A98A-AB26648746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26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F843A4-A0E0-37BA-A7A0-A16C1BF9E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543B2A-C744-ED00-0549-754C0222B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C1BD50-08C5-042A-0F58-16258256A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F59BE-A8F3-40DE-9693-7A430F47FAF1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C074F8-36CC-0D6B-3012-435837EED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EEEE53-9706-01F4-D8FA-D935621BB9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212F9-B33F-4EA0-A98A-AB26648746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45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78AB7-0AD8-A830-E8A1-13B3B3775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14" y="1917056"/>
            <a:ext cx="9144000" cy="1055083"/>
          </a:xfrm>
        </p:spPr>
        <p:txBody>
          <a:bodyPr/>
          <a:lstStyle/>
          <a:p>
            <a:r>
              <a:rPr lang="en-US" altLang="zh-CN" dirty="0"/>
              <a:t>1v1 </a:t>
            </a:r>
            <a:r>
              <a:rPr lang="zh-CN" altLang="en-US" dirty="0"/>
              <a:t>思路分享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BC1B5E-7B87-4D99-510A-C584AB5FA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14" y="360127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altLang="zh-CN" sz="2800" dirty="0" err="1"/>
              <a:t>MyGO</a:t>
            </a:r>
            <a:endParaRPr lang="en-US" altLang="zh-CN" sz="2800" dirty="0"/>
          </a:p>
          <a:p>
            <a:endParaRPr lang="en-US" altLang="zh-CN" sz="2000" dirty="0"/>
          </a:p>
          <a:p>
            <a:r>
              <a:rPr lang="zh-CN" altLang="en-US" sz="2000" dirty="0"/>
              <a:t>左逸龙 王翔宇 刘兆钰</a:t>
            </a:r>
            <a:endParaRPr lang="en-US" altLang="zh-CN" sz="2000" dirty="0"/>
          </a:p>
          <a:p>
            <a:r>
              <a:rPr lang="zh-CN" altLang="en-US" sz="2000" dirty="0"/>
              <a:t>陈墨菲 刘栋 汪隽宁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714842-2345-D467-F057-E4D5CD1EE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977" y="1762889"/>
            <a:ext cx="3494148" cy="349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61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AA764A-4776-820D-8A20-C5DF8D4B3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577A95-A6B2-96A2-0B32-ADD46D75E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测评结果与训练资源使用</a:t>
            </a:r>
            <a:endParaRPr lang="en-US" altLang="zh-CN" dirty="0"/>
          </a:p>
          <a:p>
            <a:r>
              <a:rPr lang="zh-CN" altLang="en-US" dirty="0"/>
              <a:t>最终模型思路分享</a:t>
            </a:r>
            <a:endParaRPr lang="en-US" altLang="zh-CN" dirty="0"/>
          </a:p>
          <a:p>
            <a:r>
              <a:rPr lang="zh-CN" altLang="en-US" dirty="0"/>
              <a:t>其他尝试</a:t>
            </a:r>
          </a:p>
        </p:txBody>
      </p:sp>
    </p:spTree>
    <p:extLst>
      <p:ext uri="{BB962C8B-B14F-4D97-AF65-F5344CB8AC3E}">
        <p14:creationId xmlns:p14="http://schemas.microsoft.com/office/powerpoint/2010/main" val="3933546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1729E8-F7F9-4AD7-79A5-18C733040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测评结果与训练资源使用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486B2AC-339F-EB30-5495-E56399D09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33" y="3991348"/>
            <a:ext cx="11019334" cy="19884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2975338-33C9-AA0B-072C-9147D7497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270" y="2095558"/>
            <a:ext cx="8513460" cy="177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8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8C0343-3D5F-1FD8-9F8F-39A9AC46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最终模型思路分享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3D8DC7-B341-7ECA-D0C4-7E2C119AF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原始代码训练</a:t>
            </a:r>
            <a:endParaRPr lang="en-US" altLang="zh-CN" dirty="0"/>
          </a:p>
          <a:p>
            <a:r>
              <a:rPr lang="zh-CN" altLang="en-US" dirty="0"/>
              <a:t>鼓励小兵进塔时推塔</a:t>
            </a:r>
            <a:endParaRPr lang="en-US" altLang="zh-CN" dirty="0"/>
          </a:p>
          <a:p>
            <a:r>
              <a:rPr lang="zh-CN" altLang="en-US" dirty="0"/>
              <a:t>微调推塔奖励</a:t>
            </a:r>
            <a:endParaRPr lang="en-US" altLang="zh-CN" dirty="0"/>
          </a:p>
          <a:p>
            <a:r>
              <a:rPr lang="zh-CN" altLang="en-US" dirty="0"/>
              <a:t>鼓励残血时跑回泉水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6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2C85A-51F3-D416-5136-D5F3E5FB8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D9B09-99B4-BC03-44FA-98613B7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最终模型思路分享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96A1FE-F524-6A6A-70AB-E4BA38FE1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原始代码训练</a:t>
            </a:r>
            <a:r>
              <a:rPr lang="en-US" altLang="zh-CN" dirty="0"/>
              <a:t>-80h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F61B75-7948-FA4A-576B-36E014900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010" y="2710981"/>
            <a:ext cx="9385979" cy="12903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0D99719-3DC5-47A9-EDE4-15386B7A1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009" y="4354405"/>
            <a:ext cx="9385979" cy="129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80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8F1F-1659-753A-0839-8C7C9E281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970F6-3A7D-B0D9-132C-FD94F8342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最终模型思路分享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1D612B-6421-30AE-F50A-0243BB064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1077" cy="4351338"/>
          </a:xfrm>
        </p:spPr>
        <p:txBody>
          <a:bodyPr/>
          <a:lstStyle/>
          <a:p>
            <a:r>
              <a:rPr lang="zh-CN" altLang="en-US" dirty="0"/>
              <a:t>鼓励小兵进塔时推塔</a:t>
            </a:r>
            <a:r>
              <a:rPr lang="en-US" altLang="zh-CN" dirty="0"/>
              <a:t>-30h</a:t>
            </a:r>
          </a:p>
          <a:p>
            <a:pPr lvl="1"/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若我方小兵在敌方防御塔攻击范围内，推塔奖励</a:t>
            </a:r>
            <a:r>
              <a:rPr lang="en-US" altLang="zh-CN" dirty="0"/>
              <a:t>*4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735DB5F-A25B-CE34-DE38-AC2D93728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793" y="2583176"/>
            <a:ext cx="4734843" cy="99185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2A5536C-76DD-2F6E-2D0B-40D6F8455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58" y="4001294"/>
            <a:ext cx="10294438" cy="191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048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D7BD0-70E2-1CE5-703D-39C924964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29DB79-8D1E-D248-07A4-5B98C397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最终模型思路分享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76D2E8-6020-44FA-F13D-242223900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微调推塔奖励</a:t>
            </a:r>
            <a:r>
              <a:rPr lang="en-US" altLang="zh-CN" dirty="0"/>
              <a:t>-20h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221281-5126-78F5-A984-0A80A562F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369" y="2610711"/>
            <a:ext cx="8001260" cy="235217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66A4865-C0D9-BA19-23A2-053195A0DE38}"/>
              </a:ext>
            </a:extLst>
          </p:cNvPr>
          <p:cNvSpPr txBox="1"/>
          <p:nvPr/>
        </p:nvSpPr>
        <p:spPr>
          <a:xfrm>
            <a:off x="3521630" y="5286209"/>
            <a:ext cx="51487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zh-CN" altLang="en-US" sz="2400" dirty="0"/>
              <a:t>对原始奖励开根号</a:t>
            </a:r>
            <a:endParaRPr lang="en-US" altLang="zh-CN" sz="2400" dirty="0"/>
          </a:p>
          <a:p>
            <a:pPr lvl="1" algn="ctr"/>
            <a:r>
              <a:rPr lang="zh-CN" altLang="en-US" sz="2400" dirty="0"/>
              <a:t>塔血量较低时，奖励相对更高</a:t>
            </a:r>
            <a:endParaRPr lang="en-US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453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75280-089D-E9C6-30B3-F1FC241E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44C6D-8DB9-9E0A-C715-BCFD736D5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最终模型思路分享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8C85E0-6094-33D3-BB60-29EB66D96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鼓励残血时跑回泉水</a:t>
            </a:r>
            <a:r>
              <a:rPr lang="en-US" altLang="zh-CN" dirty="0"/>
              <a:t>-10h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272867C-F887-75BB-78A9-35FEB17F6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778" y="2620968"/>
            <a:ext cx="8604443" cy="161606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5F912E4-EABE-3300-E809-0D0CA32BD398}"/>
              </a:ext>
            </a:extLst>
          </p:cNvPr>
          <p:cNvSpPr txBox="1"/>
          <p:nvPr/>
        </p:nvSpPr>
        <p:spPr>
          <a:xfrm>
            <a:off x="3521630" y="4692896"/>
            <a:ext cx="51487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zh-CN" altLang="en-US" sz="2400" dirty="0"/>
              <a:t>模仿原有的“高血量时前进”奖励</a:t>
            </a:r>
            <a:endParaRPr lang="en-US" altLang="zh-CN" sz="2400" dirty="0"/>
          </a:p>
          <a:p>
            <a:pPr lvl="1" algn="ctr"/>
            <a:r>
              <a:rPr lang="zh-CN" altLang="en-US" sz="2400" dirty="0"/>
              <a:t>增加“低血量时后退”奖励</a:t>
            </a:r>
            <a:endParaRPr lang="en-US" altLang="zh-CN" sz="2400" dirty="0"/>
          </a:p>
          <a:p>
            <a:pPr lvl="1" algn="ctr"/>
            <a:r>
              <a:rPr lang="zh-CN" altLang="en-US" sz="2400" dirty="0"/>
              <a:t>但效果未知</a:t>
            </a:r>
          </a:p>
        </p:txBody>
      </p:sp>
    </p:spTree>
    <p:extLst>
      <p:ext uri="{BB962C8B-B14F-4D97-AF65-F5344CB8AC3E}">
        <p14:creationId xmlns:p14="http://schemas.microsoft.com/office/powerpoint/2010/main" val="394307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3B579A-F4A5-40D4-CC9C-ED4A9080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其他尝试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AB9EB1-F4EC-6EDC-5977-2D2B420D8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开局击杀对方后回城</a:t>
            </a:r>
            <a:r>
              <a:rPr lang="en-US" altLang="zh-CN" dirty="0"/>
              <a:t>/</a:t>
            </a:r>
            <a:r>
              <a:rPr lang="zh-CN" altLang="en-US" dirty="0"/>
              <a:t>残血回城</a:t>
            </a:r>
            <a:endParaRPr lang="en-US" altLang="zh-CN" dirty="0"/>
          </a:p>
          <a:p>
            <a:r>
              <a:rPr lang="zh-CN" altLang="en-US" dirty="0"/>
              <a:t>鼓励强化普攻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1236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94D53-D4A1-E5F1-5043-83C2C2963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13774C-3ED4-4F0B-3590-F121ABDB5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其他尝试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52C3C4-FFC6-21BE-9991-604227385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开局击杀对方后回城</a:t>
            </a:r>
            <a:r>
              <a:rPr lang="en-US" altLang="zh-CN" dirty="0"/>
              <a:t>/</a:t>
            </a:r>
            <a:r>
              <a:rPr lang="zh-CN" altLang="en-US" dirty="0"/>
              <a:t>残血回城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lvl="1"/>
            <a:r>
              <a:rPr lang="zh-CN" altLang="en-US" dirty="0"/>
              <a:t>动作空间中触发回城键概率较小</a:t>
            </a:r>
            <a:endParaRPr lang="en-US" altLang="zh-CN" dirty="0"/>
          </a:p>
          <a:p>
            <a:pPr lvl="1"/>
            <a:r>
              <a:rPr lang="zh-CN" altLang="en-US" dirty="0"/>
              <a:t>回城容易被打断</a:t>
            </a:r>
            <a:endParaRPr lang="en-US" altLang="zh-CN" dirty="0"/>
          </a:p>
          <a:p>
            <a:pPr lvl="1"/>
            <a:r>
              <a:rPr lang="zh-CN" altLang="en-US" dirty="0"/>
              <a:t>不确定性较高，放弃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39714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E71A6-7793-4409-3E26-C810284D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D52647-DBE0-5BDB-37C6-A1D433BD6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其他尝试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5AAA56-FFC9-D973-93D4-5CFAA54F5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4281" cy="4351338"/>
          </a:xfrm>
        </p:spPr>
        <p:txBody>
          <a:bodyPr/>
          <a:lstStyle/>
          <a:p>
            <a:r>
              <a:rPr lang="zh-CN" altLang="en-US" dirty="0"/>
              <a:t>鼓励强化普攻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强化普攻伤害高，设计强化普攻的奖励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从表示强化普攻的</a:t>
            </a:r>
            <a:r>
              <a:rPr lang="en-US" altLang="zh-CN" dirty="0"/>
              <a:t>133</a:t>
            </a:r>
            <a:r>
              <a:rPr lang="zh-CN" altLang="en-US" dirty="0"/>
              <a:t>维向量的</a:t>
            </a:r>
            <a:r>
              <a:rPr lang="en-US" altLang="zh-CN" dirty="0"/>
              <a:t>0-4</a:t>
            </a:r>
            <a:r>
              <a:rPr lang="zh-CN" altLang="en-US" dirty="0"/>
              <a:t>槽位解析被动堆叠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改动取得一定效果，但没来及和推塔强化整合验证效果，放弃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B94107-DEC4-2708-F58E-EEF2DDECB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481" y="1228506"/>
            <a:ext cx="4935388" cy="485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47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2314A-FA3E-1FA2-95BD-E32D5AB5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804" y="2766218"/>
            <a:ext cx="2470392" cy="1325563"/>
          </a:xfrm>
        </p:spPr>
        <p:txBody>
          <a:bodyPr/>
          <a:lstStyle/>
          <a:p>
            <a:r>
              <a:rPr lang="zh-CN" altLang="en-US" dirty="0"/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3002745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255</Words>
  <Application>Microsoft Office PowerPoint</Application>
  <PresentationFormat>宽屏</PresentationFormat>
  <Paragraphs>48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1v1 思路分享</vt:lpstr>
      <vt:lpstr>目录</vt:lpstr>
      <vt:lpstr>测评结果与训练资源使用</vt:lpstr>
      <vt:lpstr>最终模型思路分享</vt:lpstr>
      <vt:lpstr>最终模型思路分享</vt:lpstr>
      <vt:lpstr>最终模型思路分享</vt:lpstr>
      <vt:lpstr>最终模型思路分享</vt:lpstr>
      <vt:lpstr>最终模型思路分享</vt:lpstr>
      <vt:lpstr>其他尝试</vt:lpstr>
      <vt:lpstr>其他尝试</vt:lpstr>
      <vt:lpstr>其他尝试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隽宁 汪</dc:creator>
  <cp:lastModifiedBy>隽宁 汪</cp:lastModifiedBy>
  <cp:revision>72</cp:revision>
  <dcterms:created xsi:type="dcterms:W3CDTF">2025-11-24T09:02:38Z</dcterms:created>
  <dcterms:modified xsi:type="dcterms:W3CDTF">2025-11-24T10:51:56Z</dcterms:modified>
</cp:coreProperties>
</file>